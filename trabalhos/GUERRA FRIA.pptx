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1" r:id="rId5"/>
    <p:sldId id="263" r:id="rId6"/>
    <p:sldId id="273" r:id="rId7"/>
    <p:sldId id="268" r:id="rId8"/>
    <p:sldId id="271" r:id="rId9"/>
    <p:sldId id="276" r:id="rId10"/>
    <p:sldId id="274" r:id="rId11"/>
    <p:sldId id="277" r:id="rId12"/>
    <p:sldId id="278" r:id="rId13"/>
    <p:sldId id="280" r:id="rId14"/>
    <p:sldId id="279" r:id="rId15"/>
    <p:sldId id="28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aías Lima" userId="72403b83defae9ee" providerId="LiveId" clId="{F1B7300D-1EEA-4590-80CD-447134F652C3}"/>
    <pc:docChg chg="custSel addSld delSld modSld sldOrd">
      <pc:chgData name="Micaías Lima" userId="72403b83defae9ee" providerId="LiveId" clId="{F1B7300D-1EEA-4590-80CD-447134F652C3}" dt="2026-05-14T20:20:31.211" v="278"/>
      <pc:docMkLst>
        <pc:docMk/>
      </pc:docMkLst>
      <pc:sldChg chg="modSp new mod modTransition">
        <pc:chgData name="Micaías Lima" userId="72403b83defae9ee" providerId="LiveId" clId="{F1B7300D-1EEA-4590-80CD-447134F652C3}" dt="2026-05-14T19:33:38.673" v="42"/>
        <pc:sldMkLst>
          <pc:docMk/>
          <pc:sldMk cId="1783350483" sldId="274"/>
        </pc:sldMkLst>
        <pc:spChg chg="mod">
          <ac:chgData name="Micaías Lima" userId="72403b83defae9ee" providerId="LiveId" clId="{F1B7300D-1EEA-4590-80CD-447134F652C3}" dt="2026-05-14T19:31:50.222" v="31" actId="20577"/>
          <ac:spMkLst>
            <pc:docMk/>
            <pc:sldMk cId="1783350483" sldId="274"/>
            <ac:spMk id="2" creationId="{6A723056-79B7-3E2D-978D-2A5C26675FD3}"/>
          </ac:spMkLst>
        </pc:spChg>
        <pc:spChg chg="mod">
          <ac:chgData name="Micaías Lima" userId="72403b83defae9ee" providerId="LiveId" clId="{F1B7300D-1EEA-4590-80CD-447134F652C3}" dt="2026-05-14T19:32:01.127" v="32"/>
          <ac:spMkLst>
            <pc:docMk/>
            <pc:sldMk cId="1783350483" sldId="274"/>
            <ac:spMk id="3" creationId="{DD5F2D4B-82C0-8D63-7BDB-1671C3A0D7FE}"/>
          </ac:spMkLst>
        </pc:spChg>
        <pc:spChg chg="mod">
          <ac:chgData name="Micaías Lima" userId="72403b83defae9ee" providerId="LiveId" clId="{F1B7300D-1EEA-4590-80CD-447134F652C3}" dt="2026-05-14T19:32:13.460" v="34" actId="20577"/>
          <ac:spMkLst>
            <pc:docMk/>
            <pc:sldMk cId="1783350483" sldId="274"/>
            <ac:spMk id="4" creationId="{9FBFF49F-E925-5D03-9FF9-E418FC0CC3EB}"/>
          </ac:spMkLst>
        </pc:spChg>
        <pc:spChg chg="mod">
          <ac:chgData name="Micaías Lima" userId="72403b83defae9ee" providerId="LiveId" clId="{F1B7300D-1EEA-4590-80CD-447134F652C3}" dt="2026-05-14T19:32:26.395" v="36" actId="20577"/>
          <ac:spMkLst>
            <pc:docMk/>
            <pc:sldMk cId="1783350483" sldId="274"/>
            <ac:spMk id="5" creationId="{DE6E4C9E-1590-0E59-6721-13866F3AC16F}"/>
          </ac:spMkLst>
        </pc:spChg>
        <pc:spChg chg="mod">
          <ac:chgData name="Micaías Lima" userId="72403b83defae9ee" providerId="LiveId" clId="{F1B7300D-1EEA-4590-80CD-447134F652C3}" dt="2026-05-14T19:32:40.281" v="38" actId="20577"/>
          <ac:spMkLst>
            <pc:docMk/>
            <pc:sldMk cId="1783350483" sldId="274"/>
            <ac:spMk id="6" creationId="{7E7B2F14-ADF4-66FD-9F22-046F9F504CDF}"/>
          </ac:spMkLst>
        </pc:spChg>
        <pc:spChg chg="mod">
          <ac:chgData name="Micaías Lima" userId="72403b83defae9ee" providerId="LiveId" clId="{F1B7300D-1EEA-4590-80CD-447134F652C3}" dt="2026-05-14T19:32:50.646" v="39"/>
          <ac:spMkLst>
            <pc:docMk/>
            <pc:sldMk cId="1783350483" sldId="274"/>
            <ac:spMk id="7" creationId="{5C720095-B18C-C363-8809-081880D1D0D8}"/>
          </ac:spMkLst>
        </pc:spChg>
        <pc:spChg chg="mod">
          <ac:chgData name="Micaías Lima" userId="72403b83defae9ee" providerId="LiveId" clId="{F1B7300D-1EEA-4590-80CD-447134F652C3}" dt="2026-05-14T19:33:02.934" v="40"/>
          <ac:spMkLst>
            <pc:docMk/>
            <pc:sldMk cId="1783350483" sldId="274"/>
            <ac:spMk id="8" creationId="{214F9C01-1F7F-A27B-13EE-5FD61C8F79C7}"/>
          </ac:spMkLst>
        </pc:spChg>
      </pc:sldChg>
      <pc:sldChg chg="modSp new del mod modTransition">
        <pc:chgData name="Micaías Lima" userId="72403b83defae9ee" providerId="LiveId" clId="{F1B7300D-1EEA-4590-80CD-447134F652C3}" dt="2026-05-14T19:39:38.801" v="133" actId="47"/>
        <pc:sldMkLst>
          <pc:docMk/>
          <pc:sldMk cId="1352047995" sldId="275"/>
        </pc:sldMkLst>
        <pc:spChg chg="mod">
          <ac:chgData name="Micaías Lima" userId="72403b83defae9ee" providerId="LiveId" clId="{F1B7300D-1EEA-4590-80CD-447134F652C3}" dt="2026-05-14T19:39:12.200" v="106" actId="20577"/>
          <ac:spMkLst>
            <pc:docMk/>
            <pc:sldMk cId="1352047995" sldId="275"/>
            <ac:spMk id="2" creationId="{9A52DBBC-CA89-7C84-0700-05F90D8B815C}"/>
          </ac:spMkLst>
        </pc:spChg>
      </pc:sldChg>
      <pc:sldChg chg="modSp new mod ord modTransition">
        <pc:chgData name="Micaías Lima" userId="72403b83defae9ee" providerId="LiveId" clId="{F1B7300D-1EEA-4590-80CD-447134F652C3}" dt="2026-05-14T19:31:31.487" v="11"/>
        <pc:sldMkLst>
          <pc:docMk/>
          <pc:sldMk cId="2907366635" sldId="276"/>
        </pc:sldMkLst>
        <pc:spChg chg="mod">
          <ac:chgData name="Micaías Lima" userId="72403b83defae9ee" providerId="LiveId" clId="{F1B7300D-1EEA-4590-80CD-447134F652C3}" dt="2026-05-14T19:30:34.595" v="7" actId="27636"/>
          <ac:spMkLst>
            <pc:docMk/>
            <pc:sldMk cId="2907366635" sldId="276"/>
            <ac:spMk id="2" creationId="{A37F26C5-B47F-B542-C7B7-CF6CE1A9DFA9}"/>
          </ac:spMkLst>
        </pc:spChg>
        <pc:spChg chg="mod">
          <ac:chgData name="Micaías Lima" userId="72403b83defae9ee" providerId="LiveId" clId="{F1B7300D-1EEA-4590-80CD-447134F652C3}" dt="2026-05-14T19:30:22.620" v="3"/>
          <ac:spMkLst>
            <pc:docMk/>
            <pc:sldMk cId="2907366635" sldId="276"/>
            <ac:spMk id="3" creationId="{1A21B642-FA0D-52EA-B478-BF9E0A65D39B}"/>
          </ac:spMkLst>
        </pc:spChg>
      </pc:sldChg>
      <pc:sldChg chg="addSp delSp modSp new mod ord modTransition">
        <pc:chgData name="Micaías Lima" userId="72403b83defae9ee" providerId="LiveId" clId="{F1B7300D-1EEA-4590-80CD-447134F652C3}" dt="2026-05-14T19:38:18.770" v="78"/>
        <pc:sldMkLst>
          <pc:docMk/>
          <pc:sldMk cId="2872945099" sldId="277"/>
        </pc:sldMkLst>
        <pc:spChg chg="mod">
          <ac:chgData name="Micaías Lima" userId="72403b83defae9ee" providerId="LiveId" clId="{F1B7300D-1EEA-4590-80CD-447134F652C3}" dt="2026-05-14T19:35:24.450" v="59" actId="20577"/>
          <ac:spMkLst>
            <pc:docMk/>
            <pc:sldMk cId="2872945099" sldId="277"/>
            <ac:spMk id="2" creationId="{FE9F6BC2-AB6E-4B5A-8EB7-0AE9181D7FF1}"/>
          </ac:spMkLst>
        </pc:spChg>
        <pc:spChg chg="mod">
          <ac:chgData name="Micaías Lima" userId="72403b83defae9ee" providerId="LiveId" clId="{F1B7300D-1EEA-4590-80CD-447134F652C3}" dt="2026-05-14T19:35:32.386" v="60"/>
          <ac:spMkLst>
            <pc:docMk/>
            <pc:sldMk cId="2872945099" sldId="277"/>
            <ac:spMk id="3" creationId="{C6C89702-89ED-83E7-D43A-BA5D872E4D31}"/>
          </ac:spMkLst>
        </pc:spChg>
        <pc:spChg chg="del">
          <ac:chgData name="Micaías Lima" userId="72403b83defae9ee" providerId="LiveId" clId="{F1B7300D-1EEA-4590-80CD-447134F652C3}" dt="2026-05-14T19:36:59.802" v="72" actId="931"/>
          <ac:spMkLst>
            <pc:docMk/>
            <pc:sldMk cId="2872945099" sldId="277"/>
            <ac:spMk id="4" creationId="{B632D87C-555B-C4BA-A032-5EFB44C42E00}"/>
          </ac:spMkLst>
        </pc:spChg>
        <pc:spChg chg="mod">
          <ac:chgData name="Micaías Lima" userId="72403b83defae9ee" providerId="LiveId" clId="{F1B7300D-1EEA-4590-80CD-447134F652C3}" dt="2026-05-14T19:35:42.829" v="63" actId="20577"/>
          <ac:spMkLst>
            <pc:docMk/>
            <pc:sldMk cId="2872945099" sldId="277"/>
            <ac:spMk id="5" creationId="{BEF6303C-A8D4-8BC5-DB50-09AD98286955}"/>
          </ac:spMkLst>
        </pc:spChg>
        <pc:spChg chg="mod">
          <ac:chgData name="Micaías Lima" userId="72403b83defae9ee" providerId="LiveId" clId="{F1B7300D-1EEA-4590-80CD-447134F652C3}" dt="2026-05-14T19:35:54.030" v="65" actId="20577"/>
          <ac:spMkLst>
            <pc:docMk/>
            <pc:sldMk cId="2872945099" sldId="277"/>
            <ac:spMk id="6" creationId="{1274A85E-E8F6-EEEC-CB32-A3D7AB0888F6}"/>
          </ac:spMkLst>
        </pc:spChg>
        <pc:spChg chg="del">
          <ac:chgData name="Micaías Lima" userId="72403b83defae9ee" providerId="LiveId" clId="{F1B7300D-1EEA-4590-80CD-447134F652C3}" dt="2026-05-14T19:37:06.158" v="73" actId="931"/>
          <ac:spMkLst>
            <pc:docMk/>
            <pc:sldMk cId="2872945099" sldId="277"/>
            <ac:spMk id="7" creationId="{0A2D065C-618B-665D-AFFA-2C21321D3637}"/>
          </ac:spMkLst>
        </pc:spChg>
        <pc:spChg chg="mod">
          <ac:chgData name="Micaías Lima" userId="72403b83defae9ee" providerId="LiveId" clId="{F1B7300D-1EEA-4590-80CD-447134F652C3}" dt="2026-05-14T19:36:05.494" v="68" actId="20577"/>
          <ac:spMkLst>
            <pc:docMk/>
            <pc:sldMk cId="2872945099" sldId="277"/>
            <ac:spMk id="8" creationId="{25653F6D-93C2-3A90-A13C-BC774303F2D4}"/>
          </ac:spMkLst>
        </pc:spChg>
        <pc:spChg chg="mod">
          <ac:chgData name="Micaías Lima" userId="72403b83defae9ee" providerId="LiveId" clId="{F1B7300D-1EEA-4590-80CD-447134F652C3}" dt="2026-05-14T19:36:13.585" v="69"/>
          <ac:spMkLst>
            <pc:docMk/>
            <pc:sldMk cId="2872945099" sldId="277"/>
            <ac:spMk id="9" creationId="{F13C285C-3108-2C5F-FD00-267710965475}"/>
          </ac:spMkLst>
        </pc:spChg>
        <pc:spChg chg="del">
          <ac:chgData name="Micaías Lima" userId="72403b83defae9ee" providerId="LiveId" clId="{F1B7300D-1EEA-4590-80CD-447134F652C3}" dt="2026-05-14T19:37:11.451" v="74" actId="931"/>
          <ac:spMkLst>
            <pc:docMk/>
            <pc:sldMk cId="2872945099" sldId="277"/>
            <ac:spMk id="10" creationId="{6E1FB82E-3AEC-356D-D1A4-C06ABEA11D7A}"/>
          </ac:spMkLst>
        </pc:spChg>
        <pc:spChg chg="mod">
          <ac:chgData name="Micaías Lima" userId="72403b83defae9ee" providerId="LiveId" clId="{F1B7300D-1EEA-4590-80CD-447134F652C3}" dt="2026-05-14T19:36:23.672" v="71" actId="27636"/>
          <ac:spMkLst>
            <pc:docMk/>
            <pc:sldMk cId="2872945099" sldId="277"/>
            <ac:spMk id="11" creationId="{BAFE21E4-ED56-CF86-8E89-E2BD34B76F2F}"/>
          </ac:spMkLst>
        </pc:spChg>
        <pc:picChg chg="add mod ord">
          <ac:chgData name="Micaías Lima" userId="72403b83defae9ee" providerId="LiveId" clId="{F1B7300D-1EEA-4590-80CD-447134F652C3}" dt="2026-05-14T19:36:59.802" v="72" actId="931"/>
          <ac:picMkLst>
            <pc:docMk/>
            <pc:sldMk cId="2872945099" sldId="277"/>
            <ac:picMk id="13" creationId="{277076EB-2E33-2960-4BF7-F739DB9F6719}"/>
          </ac:picMkLst>
        </pc:picChg>
        <pc:picChg chg="add mod ord">
          <ac:chgData name="Micaías Lima" userId="72403b83defae9ee" providerId="LiveId" clId="{F1B7300D-1EEA-4590-80CD-447134F652C3}" dt="2026-05-14T19:37:06.158" v="73" actId="931"/>
          <ac:picMkLst>
            <pc:docMk/>
            <pc:sldMk cId="2872945099" sldId="277"/>
            <ac:picMk id="15" creationId="{5746AB14-5AB3-59C1-D66A-EECD946A62EB}"/>
          </ac:picMkLst>
        </pc:picChg>
        <pc:picChg chg="add mod ord">
          <ac:chgData name="Micaías Lima" userId="72403b83defae9ee" providerId="LiveId" clId="{F1B7300D-1EEA-4590-80CD-447134F652C3}" dt="2026-05-14T19:37:11.451" v="74" actId="931"/>
          <ac:picMkLst>
            <pc:docMk/>
            <pc:sldMk cId="2872945099" sldId="277"/>
            <ac:picMk id="17" creationId="{7C0F1491-3D67-AB79-294F-AE80E4913414}"/>
          </ac:picMkLst>
        </pc:picChg>
      </pc:sldChg>
      <pc:sldChg chg="modSp new mod modTransition">
        <pc:chgData name="Micaías Lima" userId="72403b83defae9ee" providerId="LiveId" clId="{F1B7300D-1EEA-4590-80CD-447134F652C3}" dt="2026-05-14T19:50:14.534" v="147"/>
        <pc:sldMkLst>
          <pc:docMk/>
          <pc:sldMk cId="4105396755" sldId="278"/>
        </pc:sldMkLst>
        <pc:spChg chg="mod">
          <ac:chgData name="Micaías Lima" userId="72403b83defae9ee" providerId="LiveId" clId="{F1B7300D-1EEA-4590-80CD-447134F652C3}" dt="2026-05-14T19:39:35.929" v="132" actId="20577"/>
          <ac:spMkLst>
            <pc:docMk/>
            <pc:sldMk cId="4105396755" sldId="278"/>
            <ac:spMk id="2" creationId="{B0714F88-2494-A4FB-DFD8-49AEEB0F58E4}"/>
          </ac:spMkLst>
        </pc:spChg>
        <pc:spChg chg="mod">
          <ac:chgData name="Micaías Lima" userId="72403b83defae9ee" providerId="LiveId" clId="{F1B7300D-1EEA-4590-80CD-447134F652C3}" dt="2026-05-14T19:39:48.221" v="137"/>
          <ac:spMkLst>
            <pc:docMk/>
            <pc:sldMk cId="4105396755" sldId="278"/>
            <ac:spMk id="3" creationId="{11EAA7C0-6FF7-9E53-6F5D-9D78C75A5B3F}"/>
          </ac:spMkLst>
        </pc:spChg>
        <pc:spChg chg="mod">
          <ac:chgData name="Micaías Lima" userId="72403b83defae9ee" providerId="LiveId" clId="{F1B7300D-1EEA-4590-80CD-447134F652C3}" dt="2026-05-14T19:40:00.064" v="139" actId="20577"/>
          <ac:spMkLst>
            <pc:docMk/>
            <pc:sldMk cId="4105396755" sldId="278"/>
            <ac:spMk id="4" creationId="{F2961C2C-E56E-07AA-3FEB-D4DDC84A9F3D}"/>
          </ac:spMkLst>
        </pc:spChg>
        <pc:spChg chg="mod">
          <ac:chgData name="Micaías Lima" userId="72403b83defae9ee" providerId="LiveId" clId="{F1B7300D-1EEA-4590-80CD-447134F652C3}" dt="2026-05-14T19:49:31.109" v="141" actId="20577"/>
          <ac:spMkLst>
            <pc:docMk/>
            <pc:sldMk cId="4105396755" sldId="278"/>
            <ac:spMk id="5" creationId="{A6AA8D65-DEEC-7181-1DEC-AC5A394575FA}"/>
          </ac:spMkLst>
        </pc:spChg>
        <pc:spChg chg="mod">
          <ac:chgData name="Micaías Lima" userId="72403b83defae9ee" providerId="LiveId" clId="{F1B7300D-1EEA-4590-80CD-447134F652C3}" dt="2026-05-14T19:49:43.093" v="142"/>
          <ac:spMkLst>
            <pc:docMk/>
            <pc:sldMk cId="4105396755" sldId="278"/>
            <ac:spMk id="6" creationId="{B5828471-5A94-86D8-3EC6-3FD9C7DCE55C}"/>
          </ac:spMkLst>
        </pc:spChg>
        <pc:spChg chg="mod">
          <ac:chgData name="Micaías Lima" userId="72403b83defae9ee" providerId="LiveId" clId="{F1B7300D-1EEA-4590-80CD-447134F652C3}" dt="2026-05-14T19:49:55.473" v="143"/>
          <ac:spMkLst>
            <pc:docMk/>
            <pc:sldMk cId="4105396755" sldId="278"/>
            <ac:spMk id="7" creationId="{41D82986-CBF5-92F9-D5A5-AC2EE6B0E39A}"/>
          </ac:spMkLst>
        </pc:spChg>
        <pc:spChg chg="mod">
          <ac:chgData name="Micaías Lima" userId="72403b83defae9ee" providerId="LiveId" clId="{F1B7300D-1EEA-4590-80CD-447134F652C3}" dt="2026-05-14T19:50:04.431" v="146" actId="20577"/>
          <ac:spMkLst>
            <pc:docMk/>
            <pc:sldMk cId="4105396755" sldId="278"/>
            <ac:spMk id="8" creationId="{7FD2ECEA-D05E-FB84-5636-8C90D21A6544}"/>
          </ac:spMkLst>
        </pc:spChg>
      </pc:sldChg>
      <pc:sldChg chg="delSp modSp new mod modTransition">
        <pc:chgData name="Micaías Lima" userId="72403b83defae9ee" providerId="LiveId" clId="{F1B7300D-1EEA-4590-80CD-447134F652C3}" dt="2026-05-14T20:19:23.770" v="240"/>
        <pc:sldMkLst>
          <pc:docMk/>
          <pc:sldMk cId="894491886" sldId="279"/>
        </pc:sldMkLst>
        <pc:spChg chg="mod">
          <ac:chgData name="Micaías Lima" userId="72403b83defae9ee" providerId="LiveId" clId="{F1B7300D-1EEA-4590-80CD-447134F652C3}" dt="2026-05-14T20:17:16.733" v="235" actId="20577"/>
          <ac:spMkLst>
            <pc:docMk/>
            <pc:sldMk cId="894491886" sldId="279"/>
            <ac:spMk id="2" creationId="{E83ADEBC-4B68-98EE-D53D-483A379A18C1}"/>
          </ac:spMkLst>
        </pc:spChg>
        <pc:spChg chg="mod">
          <ac:chgData name="Micaías Lima" userId="72403b83defae9ee" providerId="LiveId" clId="{F1B7300D-1EEA-4590-80CD-447134F652C3}" dt="2026-05-14T20:18:04.789" v="237" actId="27636"/>
          <ac:spMkLst>
            <pc:docMk/>
            <pc:sldMk cId="894491886" sldId="279"/>
            <ac:spMk id="3" creationId="{7027F88B-3D03-23BD-B531-477CB788D861}"/>
          </ac:spMkLst>
        </pc:spChg>
        <pc:picChg chg="del">
          <ac:chgData name="Micaías Lima" userId="72403b83defae9ee" providerId="LiveId" clId="{F1B7300D-1EEA-4590-80CD-447134F652C3}" dt="2026-05-14T20:18:08.794" v="238" actId="478"/>
          <ac:picMkLst>
            <pc:docMk/>
            <pc:sldMk cId="894491886" sldId="279"/>
            <ac:picMk id="4" creationId="{70FD9311-574A-3C42-8B87-8240582AEBC7}"/>
          </ac:picMkLst>
        </pc:picChg>
      </pc:sldChg>
      <pc:sldChg chg="modSp new mod ord modTransition">
        <pc:chgData name="Micaías Lima" userId="72403b83defae9ee" providerId="LiveId" clId="{F1B7300D-1EEA-4590-80CD-447134F652C3}" dt="2026-05-14T20:16:29.420" v="208" actId="20577"/>
        <pc:sldMkLst>
          <pc:docMk/>
          <pc:sldMk cId="2745460188" sldId="280"/>
        </pc:sldMkLst>
        <pc:spChg chg="mod">
          <ac:chgData name="Micaías Lima" userId="72403b83defae9ee" providerId="LiveId" clId="{F1B7300D-1EEA-4590-80CD-447134F652C3}" dt="2026-05-14T19:56:52.438" v="169" actId="20577"/>
          <ac:spMkLst>
            <pc:docMk/>
            <pc:sldMk cId="2745460188" sldId="280"/>
            <ac:spMk id="2" creationId="{A280CB78-E370-1400-D014-F9A9920FB13B}"/>
          </ac:spMkLst>
        </pc:spChg>
        <pc:spChg chg="mod">
          <ac:chgData name="Micaías Lima" userId="72403b83defae9ee" providerId="LiveId" clId="{F1B7300D-1EEA-4590-80CD-447134F652C3}" dt="2026-05-14T20:16:29.420" v="208" actId="20577"/>
          <ac:spMkLst>
            <pc:docMk/>
            <pc:sldMk cId="2745460188" sldId="280"/>
            <ac:spMk id="3" creationId="{22E7386F-26A6-A29F-64E6-62BC1A509A75}"/>
          </ac:spMkLst>
        </pc:spChg>
      </pc:sldChg>
      <pc:sldChg chg="modSp new mod modTransition">
        <pc:chgData name="Micaías Lima" userId="72403b83defae9ee" providerId="LiveId" clId="{F1B7300D-1EEA-4590-80CD-447134F652C3}" dt="2026-05-14T20:20:31.211" v="278"/>
        <pc:sldMkLst>
          <pc:docMk/>
          <pc:sldMk cId="945883772" sldId="281"/>
        </pc:sldMkLst>
        <pc:spChg chg="mod">
          <ac:chgData name="Micaías Lima" userId="72403b83defae9ee" providerId="LiveId" clId="{F1B7300D-1EEA-4590-80CD-447134F652C3}" dt="2026-05-14T20:20:06.458" v="276" actId="20577"/>
          <ac:spMkLst>
            <pc:docMk/>
            <pc:sldMk cId="945883772" sldId="281"/>
            <ac:spMk id="2" creationId="{AAA285DB-8B1C-E18D-B648-3CCBD1BDEC8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C61FAC-A37E-497C-B732-267A7EA2A4C7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9DC2FD-9687-4383-BB4E-0F2BB7935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5697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9DC2FD-9687-4383-BB4E-0F2BB79350DA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7249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ebp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flickr.com/photos/carlos_gq/4692558767/in/photolist-q3C5Va-7ej5yt-7enYBS-pLeGv3-4BBBhm-p6R1wd-iis1oS-q3MdZf-iqAh14-89EAeD-q3LbWE-6bJkzZ-p6RHvs-pLhVwj-j19RLN-dRnZUy-p6RtX5-p6RHc1-6Da7v9-6KSxsv-6bMMSn-q3LqU9-agra5V-p6RuNy-pLiWW1-jFhW57-awr4Gs-26EdvMR-76wLdo-7FWjBk-q3LcB7-6ASA47-fYb7ZM-QViH61-agrabB-pLiWFm-q3LcK3-76wL8u-7uJYzi-68qtts-pLh3uX-76wKZQ-q3LaKb-bApvzr-iqAgQz-4qcoDN-q3M2S5-q3LXYy-pLgXBk-aDvvK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audio" Target="../media/audio8.wav"/><Relationship Id="rId1" Type="http://schemas.openxmlformats.org/officeDocument/2006/relationships/slideLayout" Target="../slideLayouts/slideLayout15.xml"/><Relationship Id="rId6" Type="http://schemas.openxmlformats.org/officeDocument/2006/relationships/hyperlink" Target="http://www.socialeseimagen.com/2019/11/la-caida-del-muro-de-berlin.html" TargetMode="External"/><Relationship Id="rId5" Type="http://schemas.openxmlformats.org/officeDocument/2006/relationships/image" Target="../media/image9.jpg"/><Relationship Id="rId4" Type="http://schemas.openxmlformats.org/officeDocument/2006/relationships/hyperlink" Target="http://informesdelaconstruccion.revistas.csic.es/index.php/informesdelaconstruccion/article/view/6008/7299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9.wav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audio" Target="../media/audio10.wav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1.wav"/><Relationship Id="rId2" Type="http://schemas.openxmlformats.org/officeDocument/2006/relationships/audio" Target="../media/audio11.wav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67311D-B9B2-057D-8337-D9B9E8F6ED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GUERRA FRIA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5B40C6-0D06-C7C5-B473-3D2BDB4EC9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pt-BR" sz="1200" dirty="0"/>
              <a:t>Componentes:</a:t>
            </a:r>
          </a:p>
          <a:p>
            <a:pPr marL="342900" indent="-342900">
              <a:buFontTx/>
              <a:buChar char="-"/>
            </a:pPr>
            <a:r>
              <a:rPr lang="pt-BR" sz="1200" dirty="0"/>
              <a:t>Francisco Lucas Alves do Prado</a:t>
            </a:r>
          </a:p>
          <a:p>
            <a:pPr marL="342900" indent="-342900">
              <a:buFontTx/>
              <a:buChar char="-"/>
            </a:pPr>
            <a:r>
              <a:rPr lang="pt-BR" sz="1200" dirty="0"/>
              <a:t>Pedro Victor Evangelista Gomes</a:t>
            </a:r>
          </a:p>
          <a:p>
            <a:pPr marL="342900" indent="-342900">
              <a:buFontTx/>
              <a:buChar char="-"/>
            </a:pPr>
            <a:r>
              <a:rPr lang="pt-BR" sz="1200" dirty="0"/>
              <a:t>João Pedro dos Santos Silva</a:t>
            </a:r>
          </a:p>
          <a:p>
            <a:pPr marL="342900" indent="-342900">
              <a:buFontTx/>
              <a:buChar char="-"/>
            </a:pPr>
            <a:r>
              <a:rPr lang="pt-BR" sz="1200" dirty="0"/>
              <a:t>Rodrigo de Oliveira Rubim Sousa</a:t>
            </a:r>
          </a:p>
          <a:p>
            <a:pPr marL="342900" indent="-342900">
              <a:buFontTx/>
              <a:buChar char="-"/>
            </a:pPr>
            <a:r>
              <a:rPr lang="pt-BR" sz="1200" dirty="0"/>
              <a:t>Nícolas </a:t>
            </a:r>
            <a:r>
              <a:rPr lang="pt-BR" sz="1200" dirty="0" err="1"/>
              <a:t>Marcell</a:t>
            </a:r>
            <a:r>
              <a:rPr lang="pt-BR" sz="1200" dirty="0"/>
              <a:t> da Fonseca Sousa</a:t>
            </a:r>
          </a:p>
          <a:p>
            <a:pPr marL="342900" indent="-342900">
              <a:buFontTx/>
              <a:buChar char="-"/>
            </a:pPr>
            <a:r>
              <a:rPr lang="pt-BR" sz="1200" dirty="0"/>
              <a:t>Micaías de Sousa Lima</a:t>
            </a:r>
          </a:p>
          <a:p>
            <a:pPr marL="342900" indent="-342900">
              <a:buFontTx/>
              <a:buChar char="-"/>
            </a:pPr>
            <a:r>
              <a:rPr lang="pt-BR" sz="1200" dirty="0"/>
              <a:t>Orlando da Cruz Júnior</a:t>
            </a:r>
          </a:p>
          <a:p>
            <a:endParaRPr lang="pt-BR" sz="1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EB89650-703B-263E-9E69-CDD379093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456" y="2279600"/>
            <a:ext cx="3421931" cy="228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737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applause.wav"/>
          </p:stSnd>
        </p:sndAc>
      </p:transition>
    </mc:Choice>
    <mc:Fallback xmlns="">
      <p:transition spd="slow">
        <p:sndAc>
          <p:stSnd>
            <p:snd r:embed="rId4" name="applause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FC5531-7CD4-86C6-8730-A70FD5FD2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Contexto Histórico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21EDDE-9A91-7D32-178C-AAD2A3B1C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A </a:t>
            </a:r>
            <a:r>
              <a:rPr lang="pt-BR" b="1" dirty="0"/>
              <a:t>Guerra Fria</a:t>
            </a:r>
            <a:r>
              <a:rPr lang="pt-BR" dirty="0"/>
              <a:t> foi um período de disputa política, econômica e ideológica entre dois blocos de países: os </a:t>
            </a:r>
            <a:r>
              <a:rPr lang="pt-BR" b="1" dirty="0"/>
              <a:t>capitalistas</a:t>
            </a:r>
            <a:r>
              <a:rPr lang="pt-BR" dirty="0"/>
              <a:t>, liderados pelos </a:t>
            </a:r>
            <a:r>
              <a:rPr lang="pt-BR" b="1" dirty="0"/>
              <a:t>Estados Unidos</a:t>
            </a:r>
            <a:r>
              <a:rPr lang="pt-BR" dirty="0"/>
              <a:t>, e os </a:t>
            </a:r>
            <a:r>
              <a:rPr lang="pt-BR" b="1" dirty="0"/>
              <a:t>socialistas</a:t>
            </a:r>
            <a:r>
              <a:rPr lang="pt-BR" dirty="0"/>
              <a:t>, liderados pela </a:t>
            </a:r>
            <a:r>
              <a:rPr lang="pt-BR" b="1" dirty="0"/>
              <a:t>União Soviética</a:t>
            </a:r>
            <a:r>
              <a:rPr lang="pt-BR" dirty="0"/>
              <a:t>.</a:t>
            </a:r>
          </a:p>
          <a:p>
            <a:r>
              <a:rPr lang="pt-BR" dirty="0"/>
              <a:t>Esta disputa teve início após a Segunda Guerra Mundial (1939-1945), mais precisamente em 1947. Neste ano, o presidente americano Harry Truman fez um discurso no Congresso americano, afirmando que os Estados Unidos poderiam intervir para proteger a "liberdade dos povos" quando ameaçada nas diferentes partes do mundo.</a:t>
            </a:r>
          </a:p>
          <a:p>
            <a:r>
              <a:rPr lang="pt-BR" dirty="0"/>
              <a:t>Esta época ficou assim conhecida porque ambas as potências nunca se enfrentaram diretamente num conflito bélico.</a:t>
            </a:r>
          </a:p>
          <a:p>
            <a:r>
              <a:rPr lang="pt-BR" dirty="0"/>
              <a:t>O fim da Guerra Fria é marcado pela dissolução e fim da URSS, em 1991. Os Estados Unidos saíram vencedores deste conflito.</a:t>
            </a:r>
          </a:p>
        </p:txBody>
      </p:sp>
    </p:spTree>
    <p:extLst>
      <p:ext uri="{BB962C8B-B14F-4D97-AF65-F5344CB8AC3E}">
        <p14:creationId xmlns:p14="http://schemas.microsoft.com/office/powerpoint/2010/main" val="1432484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sndAc>
          <p:stSnd>
            <p:snd r:embed="rId2" name="bomb.wav"/>
          </p:stSnd>
        </p:sndAc>
      </p:transition>
    </mc:Choice>
    <mc:Fallback xmlns="">
      <p:transition spd="med">
        <p:fade/>
        <p:sndAc>
          <p:stSnd>
            <p:snd r:embed="rId3" name="bomb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F689B0-8085-D1F9-D357-DFA6738BB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Características e as Alianças Militares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F3625E-1C3A-C8C1-008E-ED78E0E4A2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Durante a Guerra Fria, surgiram alianças militares importantes, como a OTAN e o Pacto de Varsóvia, que representavam os blocos liderados pelos Estados Unidos e pela União Soviética. Esse período foi marcado pela disputa ideológica entre capitalismo e socialismo, além da corrida espacial, da espionagem e de conflitos indiretos em países como Coreia, Vietnã e Cuba. Apesar de evitarem uma guerra direta, as duas potências influenciaram vários países e deixaram fortes consequências na política mundial.</a:t>
            </a: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50EC1E0B-E120-BBE2-2232-B76D98FD63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22194" y="2650331"/>
            <a:ext cx="36449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003878"/>
      </p:ext>
    </p:extLst>
  </p:cSld>
  <p:clrMapOvr>
    <a:masterClrMapping/>
  </p:clrMapOvr>
  <p:transition spd="slow">
    <p:push dir="u"/>
    <p:sndAc>
      <p:stSnd>
        <p:snd r:embed="rId2" name="drumroll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3294C0-B249-E7F8-B838-A90247798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Doutrina Truman e Plano Marshall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F31972-824C-FECA-38E8-A0329323F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800" b="1" dirty="0"/>
              <a:t>Conceito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F5ECD7-97FB-B51F-3550-681C9AA8FEA3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pt-BR" dirty="0"/>
              <a:t>A Doutrina Truman (1947) e o Plano Marshall (1948) foram pilares da política externa dos EUA para conter a expansão soviética e o comunismo no início da Guerra Fria. Truman prometeu apoio militar/político a nações ameaçadas, enquanto o Plano Marshall forneceu bilhões em ajuda econômica para reconstruir a Europa Ocidental, evitando a influência comunista.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8620606-8251-0D4A-5739-42BED77BFD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sz="1800" b="1" dirty="0"/>
              <a:t>Doutrina Truman (1947): A Política de Contenção</a:t>
            </a:r>
            <a:endParaRPr lang="pt-BR" sz="1800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10936919-239F-EC7D-3240-B950634041B6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O que foi:</a:t>
            </a:r>
            <a:r>
              <a:rPr lang="pt-BR" dirty="0"/>
              <a:t> Discurso do presidente Harry Truman ao Congresso, marcando o fim do isolacionismo americano e o início da postura anticomunista ativa.</a:t>
            </a:r>
          </a:p>
          <a:p>
            <a:r>
              <a:rPr lang="pt-BR" b="1" dirty="0"/>
              <a:t>Objetivo:</a:t>
            </a:r>
            <a:r>
              <a:rPr lang="pt-BR" dirty="0"/>
              <a:t> Oferecer ajuda política, militar e econômica a países ameaçados por forças autoritárias internas ou externas, visando conter o avanço soviético.</a:t>
            </a:r>
          </a:p>
          <a:p>
            <a:r>
              <a:rPr lang="pt-BR" b="1" dirty="0"/>
              <a:t>Contexto: </a:t>
            </a:r>
            <a:r>
              <a:rPr lang="pt-BR" dirty="0"/>
              <a:t>Foco inicial na ajuda à Grécia e Turquia, que corriam risco de cair sob influência soviética.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E3FB6CFA-85B3-1E25-F4D5-7DFD3AB486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sz="1800" b="1" dirty="0"/>
              <a:t>Plano Marshall (1948): A Reconstrução Econômica</a:t>
            </a:r>
            <a:endParaRPr lang="pt-BR" sz="1800" dirty="0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3735BB9C-DE0A-C6F8-BBF5-AFFC625C3116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/>
              <a:t>O que foi:</a:t>
            </a:r>
            <a:r>
              <a:rPr lang="pt-BR" dirty="0"/>
              <a:t> Projeto de auxílio financeiro massivo, proposto pelo Secretário de Estado George Marshall, para a recuperação da Europa Ocidental devastada pela Segunda Guerra Mundial.</a:t>
            </a:r>
          </a:p>
          <a:p>
            <a:r>
              <a:rPr lang="pt-BR" b="1" dirty="0"/>
              <a:t>Objetivo:</a:t>
            </a:r>
            <a:r>
              <a:rPr lang="pt-BR" dirty="0"/>
              <a:t> Reconstruir indústrias e economias europeias para garantir estabilidade, fortalecer o capitalismo e evitar que a pobreza facilitasse a ascensão de partidos comunistas.</a:t>
            </a:r>
          </a:p>
          <a:p>
            <a:r>
              <a:rPr lang="pt-BR" b="1" dirty="0"/>
              <a:t>Resultado:</a:t>
            </a:r>
            <a:r>
              <a:rPr lang="pt-BR" dirty="0"/>
              <a:t> Os EUA investiram cerca de bilhões, impulsionando a produção europeia e a influência americana na região.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D574E4B-247E-F830-353F-4DF4CD8B0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666" y="3426594"/>
            <a:ext cx="9525" cy="952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A367F8F-47E2-B097-75CD-7F52CFF780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666" y="3576594"/>
            <a:ext cx="9525" cy="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730369"/>
      </p:ext>
    </p:extLst>
  </p:cSld>
  <p:clrMapOvr>
    <a:masterClrMapping/>
  </p:clrMapOvr>
  <p:transition spd="slow">
    <p:wipe/>
    <p:sndAc>
      <p:stSnd>
        <p:snd r:embed="rId3" name="hammer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E4DAB0-BA7C-DCA8-5F10-9DDA1D950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Bloqueio de Berlim e o Muro de Berlim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34ED4C-6FDE-046D-C724-585997191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Bloqueio de Berlim (1948–1949) e o Muro de Berlim (construído em 1961; derrubado em 1989) são dois eventos-centrais da Guerra Fria que marcaram a divisão da Alemanha e de Berlim entre os blocos ocidental e soviético.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129542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2" name="push.wav"/>
          </p:stSnd>
        </p:sndAc>
      </p:transition>
    </mc:Choice>
    <mc:Fallback>
      <p:transition spd="slow">
        <p:split orient="vert"/>
        <p:sndAc>
          <p:stSnd>
            <p:snd r:embed="rId2" name="pu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A79AE-8C3D-4269-8114-ADA1A53C5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Bloqueio de Berlim — fatos essenciais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7F20046-57FD-356C-31E4-472535127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1038" y="4711700"/>
            <a:ext cx="9613900" cy="1090613"/>
          </a:xfrm>
        </p:spPr>
        <p:txBody>
          <a:bodyPr>
            <a:normAutofit fontScale="70000" lnSpcReduction="20000"/>
          </a:bodyPr>
          <a:lstStyle/>
          <a:p>
            <a:r>
              <a:rPr lang="pt-BR" dirty="0"/>
              <a:t>O </a:t>
            </a:r>
            <a:r>
              <a:rPr lang="pt-BR" b="1" dirty="0"/>
              <a:t>Bloqueio de Berlim (1948-1949)</a:t>
            </a:r>
            <a:r>
              <a:rPr lang="pt-BR" dirty="0"/>
              <a:t> foi um dos primeiros grandes conflitos da Guerra Fria. Em junho de 1948, a União Soviética interrompeu todas as rotas terrestres e o fornecimento de energia para os setores ocidentais de Berlim, tentando forçar a saída das potências ocidentais da cidade.</a:t>
            </a:r>
          </a:p>
          <a:p>
            <a:r>
              <a:rPr lang="pt-BR" dirty="0"/>
              <a:t>Em resposta, os Estados Unidos e seus aliados organizaram uma gigantesca </a:t>
            </a:r>
            <a:r>
              <a:rPr lang="pt-BR" b="1" dirty="0"/>
              <a:t>ponte aérea</a:t>
            </a:r>
            <a:r>
              <a:rPr lang="pt-BR" dirty="0"/>
              <a:t> para abastecer a população com alimentos e combustível. O bloqueio durou cerca de 11 meses e só foi levantado em maio de 1949, após o sucesso da estratégia ocidental. Como consequência, o episódio acelerou a </a:t>
            </a:r>
            <a:r>
              <a:rPr lang="pt-BR" b="1" dirty="0"/>
              <a:t>divisão da Alemanha</a:t>
            </a:r>
            <a:r>
              <a:rPr lang="pt-BR" dirty="0"/>
              <a:t> em dois Estados (Ocidental e Oriental) e intensificou a rivalidade global entre as superpotências.</a:t>
            </a:r>
          </a:p>
        </p:txBody>
      </p:sp>
    </p:spTree>
    <p:extLst>
      <p:ext uri="{BB962C8B-B14F-4D97-AF65-F5344CB8AC3E}">
        <p14:creationId xmlns:p14="http://schemas.microsoft.com/office/powerpoint/2010/main" val="2465463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  <p:sndAc>
          <p:stSnd>
            <p:snd r:embed="rId2" name="wind.wav"/>
          </p:stSnd>
        </p:sndAc>
      </p:transition>
    </mc:Choice>
    <mc:Fallback>
      <p:transition spd="slow">
        <p:fade/>
        <p:sndAc>
          <p:stSnd>
            <p:snd r:embed="rId2" name="wind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0BBD8-1353-D465-FA0E-CF81BB891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Muro de Berlim — fatos essenciais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C1E7BA-89C5-0A72-500E-06B2F94BB7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/>
              <a:t>Motivo e início: em 13 de agosto de 1961 a República Democrática Alemã começou a erguer um muro e cercas para impedir a migração em massa de cidadãos do leste para o oeste, consolidando a separação física entre Berlim Oriental e Ocidental.</a:t>
            </a:r>
          </a:p>
          <a:p>
            <a:r>
              <a:rPr lang="pt-BR" dirty="0"/>
              <a:t>Estrutura e função: o complexo incluiu paredes de concreto, torres de vigilância, uma “faixa da morte” (death strip) e fortificações para prevenir fugas; o Muro tornou‑se símbolo global da divisão ideológica e da repressão.</a:t>
            </a:r>
          </a:p>
          <a:p>
            <a:r>
              <a:rPr lang="pt-BR" dirty="0"/>
              <a:t>Queda: pressões internas, mudanças políticas na URSS e movimentos populares levaram à abertura das fronteiras em novembro de 1989, evento que simbolizou o colapso do sistema comunista na Europa Oriental.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6AE7E6C8-5BC2-6C08-258B-3A19325766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594350" y="2566309"/>
            <a:ext cx="4700588" cy="3139845"/>
          </a:xfrm>
        </p:spPr>
      </p:pic>
    </p:spTree>
    <p:extLst>
      <p:ext uri="{BB962C8B-B14F-4D97-AF65-F5344CB8AC3E}">
        <p14:creationId xmlns:p14="http://schemas.microsoft.com/office/powerpoint/2010/main" val="4025873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  <p:sndAc>
          <p:stSnd>
            <p:snd r:embed="rId2" name="whoosh.wav"/>
          </p:stSnd>
        </p:sndAc>
      </p:transition>
    </mc:Choice>
    <mc:Fallback>
      <p:transition>
        <p:cut/>
        <p:sndAc>
          <p:stSnd>
            <p:snd r:embed="rId2" name="whoosh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45CE7-E97B-47AE-A495-CB8506F7C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Comparação rápida — Bloqueio vs. Muro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92F041-ECAF-42EC-F713-6337C7A3D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Natureza:</a:t>
            </a:r>
          </a:p>
        </p:txBody>
      </p:sp>
      <p:pic>
        <p:nvPicPr>
          <p:cNvPr id="13" name="Espaço Reservado para Imagem 12">
            <a:extLst>
              <a:ext uri="{FF2B5EF4-FFF2-40B4-BE49-F238E27FC236}">
                <a16:creationId xmlns:a16="http://schemas.microsoft.com/office/drawing/2014/main" id="{C0D34AE2-014B-871D-85D8-4E42B5636F55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2178" b="2178"/>
          <a:stretch>
            <a:fillRect/>
          </a:stretch>
        </p:blipFill>
        <p:spPr/>
      </p:pic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90FE40B-C134-F73B-4976-F8FA73D30152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r>
              <a:rPr lang="pt-BR" dirty="0"/>
              <a:t>ação de pressão/isolamento (bloqueio) versus medida física de contenção (muro).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68392D6-1947-D7FE-D808-19C4AC48BE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Cronologia:</a:t>
            </a:r>
          </a:p>
        </p:txBody>
      </p:sp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EB252191-372C-A5B1-9666-4105DA20180D}"/>
              </a:ext>
            </a:extLst>
          </p:cNvPr>
          <p:cNvSpPr>
            <a:spLocks noGrp="1"/>
          </p:cNvSpPr>
          <p:nvPr>
            <p:ph type="pic" idx="21"/>
          </p:nvPr>
        </p:nvSpPr>
        <p:spPr/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7C99CF6B-FA1C-7911-CFCE-8CAB8ACBF6AC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r>
              <a:rPr lang="pt-BR" dirty="0"/>
              <a:t>bloqueio em 1948–1949; muro erguido em 1961 e mantido até 1989.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A1E3A205-F99C-0653-704F-9CEF57CB6E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Impacto simbólico:</a:t>
            </a:r>
          </a:p>
        </p:txBody>
      </p:sp>
      <p:pic>
        <p:nvPicPr>
          <p:cNvPr id="16" name="Espaço Reservado para Imagem 15">
            <a:extLst>
              <a:ext uri="{FF2B5EF4-FFF2-40B4-BE49-F238E27FC236}">
                <a16:creationId xmlns:a16="http://schemas.microsoft.com/office/drawing/2014/main" id="{795F269D-58DA-F155-22EB-5B789A496520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t="5065" b="5065"/>
          <a:stretch>
            <a:fillRect/>
          </a:stretch>
        </p:blipFill>
        <p:spPr/>
      </p:pic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D277906A-C2FF-EE26-C208-08F375846EA0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r>
              <a:rPr lang="pt-BR" dirty="0"/>
              <a:t>o bloqueio demonstrou confronto entre potências e a capacidade de resistência ocidental; o muro tornou-se o símbolo visível e duradouro da divisão da Europa.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B3572B5-36E2-31A4-9B89-96100AEE9CB5}"/>
              </a:ext>
            </a:extLst>
          </p:cNvPr>
          <p:cNvSpPr txBox="1"/>
          <p:nvPr/>
        </p:nvSpPr>
        <p:spPr>
          <a:xfrm>
            <a:off x="7230677" y="3860873"/>
            <a:ext cx="30635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2352586132"/>
      </p:ext>
    </p:extLst>
  </p:cSld>
  <p:clrMapOvr>
    <a:masterClrMapping/>
  </p:clrMapOvr>
  <p:transition spd="slow">
    <p:randomBar dir="vert"/>
    <p:sndAc>
      <p:stSnd>
        <p:snd r:embed="rId2" name="type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7F26C5-B47F-B542-C7B7-CF6CE1A9D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Guerra da Coreia, a Guerra do Vietnã e a Crise dos Mísseis em Cuba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21B642-FA0D-52EA-B478-BF9E0A65D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Guerra da Coreia, a Guerra do Vietnã e a Crise dos Mísseis de Cuba foram importantes acontecimentos da chamada </a:t>
            </a:r>
            <a:r>
              <a:rPr lang="pt-BR" b="1" dirty="0"/>
              <a:t>Guerra Fria</a:t>
            </a:r>
            <a:r>
              <a:rPr lang="pt-BR" dirty="0"/>
              <a:t>, período de disputa política, econômica e militar entre os Estados Unidos e a União Soviética.</a:t>
            </a:r>
          </a:p>
        </p:txBody>
      </p:sp>
    </p:spTree>
    <p:extLst>
      <p:ext uri="{BB962C8B-B14F-4D97-AF65-F5344CB8AC3E}">
        <p14:creationId xmlns:p14="http://schemas.microsoft.com/office/powerpoint/2010/main" val="290736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723056-79B7-3E2D-978D-2A5C2667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Guerra da Coreia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5F2D4B-82C0-8D63-7BDB-1671C3A0D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Contexto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BFF49F-E925-5D03-9FF9-E418FC0CC3EB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pt-BR" dirty="0"/>
              <a:t>Após a Segunda Guerra Mundial, a Coreia foi dividida em:</a:t>
            </a:r>
          </a:p>
          <a:p>
            <a:r>
              <a:rPr lang="pt-BR" b="1" dirty="0"/>
              <a:t>Coreia do Norte</a:t>
            </a:r>
            <a:r>
              <a:rPr lang="pt-BR" dirty="0"/>
              <a:t> → socialista, apoiada pela União Soviética e pela China. </a:t>
            </a:r>
          </a:p>
          <a:p>
            <a:r>
              <a:rPr lang="pt-BR" b="1" dirty="0"/>
              <a:t>Coreia do Sul</a:t>
            </a:r>
            <a:r>
              <a:rPr lang="pt-BR" dirty="0"/>
              <a:t> → capitalista, apoiada pelos Estados Unidos.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E6E4C9E-1590-0E59-6721-13866F3AC1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b="1" dirty="0"/>
              <a:t>O conflito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E7B2F14-ADF4-66FD-9F22-046F9F504CDF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pt-BR" dirty="0"/>
              <a:t>Em 1950, a Coreia do Norte invadiu a Coreia do Sul tentando unificar o país sob o socialismo.</a:t>
            </a:r>
            <a:br>
              <a:rPr lang="pt-BR" dirty="0"/>
            </a:br>
            <a:r>
              <a:rPr lang="pt-BR" dirty="0"/>
              <a:t>Os EUA, com apoio da ONU, ajudaram os sul-coreanos.</a:t>
            </a:r>
          </a:p>
          <a:p>
            <a:r>
              <a:rPr lang="pt-BR" dirty="0"/>
              <a:t>A China entrou na guerra ao lado da Coreia do Norte.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C720095-B18C-C363-8809-081880D1D0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Consequências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214F9C01-1F7F-A27B-13EE-5FD61C8F79C7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pt-BR" dirty="0"/>
              <a:t>Milhões de mortos. A Coreia continuou dividida. Criação de uma forte tensão militar na região. Até hoje existe rivalidade entre as duas Coreias.</a:t>
            </a:r>
          </a:p>
        </p:txBody>
      </p:sp>
    </p:spTree>
    <p:extLst>
      <p:ext uri="{BB962C8B-B14F-4D97-AF65-F5344CB8AC3E}">
        <p14:creationId xmlns:p14="http://schemas.microsoft.com/office/powerpoint/2010/main" val="1783350483"/>
      </p:ext>
    </p:extLst>
  </p:cSld>
  <p:clrMapOvr>
    <a:masterClrMapping/>
  </p:clrMapOvr>
  <p:transition spd="med">
    <p:pull/>
    <p:sndAc>
      <p:stSnd>
        <p:snd r:embed="rId2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9F6BC2-AB6E-4B5A-8EB7-0AE9181D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Guerra do Vietnã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C89702-89ED-83E7-D43A-BA5D872E4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Contexto</a:t>
            </a:r>
          </a:p>
        </p:txBody>
      </p:sp>
      <p:pic>
        <p:nvPicPr>
          <p:cNvPr id="13" name="Espaço Reservado para Imagem 12">
            <a:extLst>
              <a:ext uri="{FF2B5EF4-FFF2-40B4-BE49-F238E27FC236}">
                <a16:creationId xmlns:a16="http://schemas.microsoft.com/office/drawing/2014/main" id="{277076EB-2E33-2960-4BF7-F739DB9F6719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3"/>
          <a:srcRect t="10455" b="10455"/>
          <a:stretch>
            <a:fillRect/>
          </a:stretch>
        </p:blipFill>
        <p:spPr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EF6303C-A8D4-8BC5-DB50-09AD98286955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O Vietnã foi dividido em:</a:t>
            </a:r>
          </a:p>
          <a:p>
            <a:r>
              <a:rPr lang="pt-BR" b="1" dirty="0"/>
              <a:t>Vietnã do Norte</a:t>
            </a:r>
            <a:r>
              <a:rPr lang="pt-BR" dirty="0"/>
              <a:t> → socialista. </a:t>
            </a:r>
          </a:p>
          <a:p>
            <a:r>
              <a:rPr lang="pt-BR" b="1" dirty="0"/>
              <a:t>Vietnã do Sul</a:t>
            </a:r>
            <a:r>
              <a:rPr lang="pt-BR" dirty="0"/>
              <a:t> → capitalista. </a:t>
            </a:r>
          </a:p>
          <a:p>
            <a:r>
              <a:rPr lang="pt-BR" dirty="0"/>
              <a:t>Os EUA temiam o avanço do comunismo na Ásia e apoiaram o sul.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1274A85E-E8F6-EEEC-CB32-A3D7AB088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b="1" dirty="0"/>
              <a:t>O conflito</a:t>
            </a:r>
          </a:p>
        </p:txBody>
      </p:sp>
      <p:pic>
        <p:nvPicPr>
          <p:cNvPr id="15" name="Espaço Reservado para Imagem 14">
            <a:extLst>
              <a:ext uri="{FF2B5EF4-FFF2-40B4-BE49-F238E27FC236}">
                <a16:creationId xmlns:a16="http://schemas.microsoft.com/office/drawing/2014/main" id="{5746AB14-5AB3-59C1-D66A-EECD946A62EB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4"/>
          <a:srcRect t="25615" b="25615"/>
          <a:stretch>
            <a:fillRect/>
          </a:stretch>
        </p:blipFill>
        <p:spPr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25653F6D-93C2-3A90-A13C-BC774303F2D4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A guerra envolveu:</a:t>
            </a:r>
          </a:p>
          <a:p>
            <a:r>
              <a:rPr lang="pt-BR" dirty="0"/>
              <a:t>Guerrilhas do Vietnã do Norte (Vietcong). </a:t>
            </a:r>
          </a:p>
          <a:p>
            <a:r>
              <a:rPr lang="pt-BR" dirty="0"/>
              <a:t>Forte participação militar dos EUA. </a:t>
            </a:r>
          </a:p>
          <a:p>
            <a:r>
              <a:rPr lang="pt-BR" dirty="0"/>
              <a:t>Os americanos utilizaram bombardeios intensos e armas químicas, como o agente laranja.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F13C285C-3108-2C5F-FD00-2677109654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Consequências</a:t>
            </a:r>
          </a:p>
        </p:txBody>
      </p:sp>
      <p:pic>
        <p:nvPicPr>
          <p:cNvPr id="17" name="Espaço Reservado para Imagem 16">
            <a:extLst>
              <a:ext uri="{FF2B5EF4-FFF2-40B4-BE49-F238E27FC236}">
                <a16:creationId xmlns:a16="http://schemas.microsoft.com/office/drawing/2014/main" id="{7C0F1491-3D67-AB79-294F-AE80E4913414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5"/>
          <a:srcRect t="5005" b="5005"/>
          <a:stretch>
            <a:fillRect/>
          </a:stretch>
        </p:blipFill>
        <p:spPr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BAFE21E4-ED56-CF86-8E89-E2BD34B76F2F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Vitória do Vietnã do Norte em 1975. Reunificação do Vietnã sob o socialismo. Grande desgaste político e militar para os EUA. Milhões de mortos e destruição do país.</a:t>
            </a:r>
          </a:p>
        </p:txBody>
      </p:sp>
    </p:spTree>
    <p:extLst>
      <p:ext uri="{BB962C8B-B14F-4D97-AF65-F5344CB8AC3E}">
        <p14:creationId xmlns:p14="http://schemas.microsoft.com/office/powerpoint/2010/main" val="2872945099"/>
      </p:ext>
    </p:extLst>
  </p:cSld>
  <p:clrMapOvr>
    <a:masterClrMapping/>
  </p:clrMapOvr>
  <p:transition spd="slow">
    <p:cover/>
    <p:sndAc>
      <p:stSnd>
        <p:snd r:embed="rId2" name="laser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14F88-2494-A4FB-DFD8-49AEEB0F5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Crise dos Mísseis de Cuba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EAA7C0-6FF7-9E53-6F5D-9D78C75A5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Contexto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2961C2C-E56E-07AA-3FEB-D4DDC84A9F3D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pt-BR" dirty="0"/>
              <a:t>Após a Revolução Cubana, Fidel Castro aproximou-se da União Soviética.</a:t>
            </a:r>
          </a:p>
          <a:p>
            <a:r>
              <a:rPr lang="pt-BR" dirty="0"/>
              <a:t>Em 1962, os EUA descobriram bases soviéticas com mísseis nucleares em Cuba, muito próximas do território americano.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6AA8D65-DEEC-7181-1DEC-AC5A394575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b="1" dirty="0"/>
              <a:t>O conflito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5828471-5A94-86D8-3EC6-3FD9C7DCE55C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pt-BR" dirty="0"/>
              <a:t>O presidente americano John F. Kennedy determinou um bloqueio naval em Cuba.</a:t>
            </a:r>
          </a:p>
          <a:p>
            <a:r>
              <a:rPr lang="pt-BR" dirty="0"/>
              <a:t>O mundo viveu dias de enorme tensão, com risco de guerra nuclear entre EUA e União Soviética.</a:t>
            </a:r>
          </a:p>
          <a:p>
            <a:r>
              <a:rPr lang="pt-BR" b="1" dirty="0"/>
              <a:t>Desfecho</a:t>
            </a:r>
          </a:p>
          <a:p>
            <a:r>
              <a:rPr lang="pt-BR" dirty="0"/>
              <a:t>O líder soviético Nikita </a:t>
            </a:r>
            <a:r>
              <a:rPr lang="pt-BR" dirty="0" err="1"/>
              <a:t>Khrushchev</a:t>
            </a:r>
            <a:r>
              <a:rPr lang="pt-BR" dirty="0"/>
              <a:t> aceitou retirar os mísseis em troca da promessa americana de não invadir Cuba e retirar mísseis da Turquia.</a:t>
            </a:r>
          </a:p>
          <a:p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41D82986-CBF5-92F9-D5A5-AC2EE6B0E3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Consequências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7FD2ECEA-D05E-FB84-5636-8C90D21A6544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pt-BR" dirty="0"/>
              <a:t>Momento mais perigoso da Guerra Fria. </a:t>
            </a:r>
          </a:p>
          <a:p>
            <a:r>
              <a:rPr lang="pt-BR" dirty="0"/>
              <a:t>Criação de medidas de comunicação direta entre EUA e URSS. </a:t>
            </a:r>
          </a:p>
          <a:p>
            <a:r>
              <a:rPr lang="pt-BR" dirty="0"/>
              <a:t>Aumento do medo de guerra nuclear.</a:t>
            </a:r>
          </a:p>
        </p:txBody>
      </p:sp>
    </p:spTree>
    <p:extLst>
      <p:ext uri="{BB962C8B-B14F-4D97-AF65-F5344CB8AC3E}">
        <p14:creationId xmlns:p14="http://schemas.microsoft.com/office/powerpoint/2010/main" val="4105396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  <p:sndAc>
          <p:stSnd>
            <p:snd r:embed="rId2" name="explode.wav"/>
          </p:stSnd>
        </p:sndAc>
      </p:transition>
    </mc:Choice>
    <mc:Fallback xmlns="">
      <p:transition spd="slow">
        <p:fade/>
        <p:sndAc>
          <p:stSnd>
            <p:snd r:embed="rId3" name="explode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80CB78-E370-1400-D014-F9A9920FB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Paz Armada e M.A.D.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E7386F-26A6-A29F-64E6-62BC1A509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Paz Armada foi um período de forte tensão na Europa entre 1871 e 1914, marcado pela corrida armamentista, pelo nacionalismo e pela formação de alianças militares, como a Tríplice Aliança e a Tríplice Entente. Apesar da ausência de guerras diretas, os países se preparavam constantemente para um conflito, situação que acabou contribuindo para o início da Primeira Guerra Mundial. Já a teoria da Destruição Mutuamente Assegurada (MAD), desenvolvida durante a Guerra Fria, defendia que o uso de armas nucleares levaria à destruição total dos dois lados envolvidos, funcionando como uma forma de impedir uma guerra nuclear.</a:t>
            </a:r>
          </a:p>
        </p:txBody>
      </p:sp>
    </p:spTree>
    <p:extLst>
      <p:ext uri="{BB962C8B-B14F-4D97-AF65-F5344CB8AC3E}">
        <p14:creationId xmlns:p14="http://schemas.microsoft.com/office/powerpoint/2010/main" val="27454601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  <p:sndAc>
          <p:stSnd>
            <p:snd r:embed="rId2" name="bomb.wav"/>
          </p:stSnd>
        </p:sndAc>
      </p:transition>
    </mc:Choice>
    <mc:Fallback>
      <p:transition spd="slow">
        <p:fade/>
        <p:sndAc>
          <p:stSnd>
            <p:snd r:embed="rId2" name="bomb.wav"/>
          </p:stSnd>
        </p:sndAc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ADEBC-4B68-98EE-D53D-483A379A1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Fim da Guerra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27F88B-3D03-23BD-B531-477CB788D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O fim da Guerra Fria começou com a queda do Muro de Berlim em 1989 e foi consolidado com a dissolução da União Soviética em 26 de dezembro de 1991. Isso encerrou décadas de disputa entre EUA e URSS.A queda do sistema soviético teve alguns fatores chave: Reformas na URSS: Nos anos 1980, Gorbachev criou a Glasnost (transparência) e a Perestroika (reestruturação econômica) pra tentar salvar o país da estagnação, mas acabou acelerando o fim do </a:t>
            </a:r>
            <a:r>
              <a:rPr lang="pt-BR" dirty="0" err="1"/>
              <a:t>regime.Queda</a:t>
            </a:r>
            <a:r>
              <a:rPr lang="pt-BR" dirty="0"/>
              <a:t> do Muro de Berlim (1989): Derrubou a "Cortina de Ferro" e deu início à reunificação </a:t>
            </a:r>
            <a:r>
              <a:rPr lang="pt-BR" dirty="0" err="1"/>
              <a:t>alemã.Dissolução</a:t>
            </a:r>
            <a:r>
              <a:rPr lang="pt-BR" dirty="0"/>
              <a:t> Oficial (1991): Em 26 de dezembro, a URSS acabou oficialmente e 15 novas repúblicas ficaram independentes, como Ucrânia e Cazaquistão.</a:t>
            </a:r>
          </a:p>
        </p:txBody>
      </p:sp>
    </p:spTree>
    <p:extLst>
      <p:ext uri="{BB962C8B-B14F-4D97-AF65-F5344CB8AC3E}">
        <p14:creationId xmlns:p14="http://schemas.microsoft.com/office/powerpoint/2010/main" val="8944918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  <p:sndAc>
          <p:stSnd>
            <p:snd r:embed="rId2" name="wind.wav"/>
          </p:stSnd>
        </p:sndAc>
      </p:transition>
    </mc:Choice>
    <mc:Fallback>
      <p:transition spd="slow">
        <p:fade/>
        <p:sndAc>
          <p:stSnd>
            <p:snd r:embed="rId2" name="wind.wav"/>
          </p:stSnd>
        </p:sndAc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A285DB-8B1C-E18D-B648-3CCBD1BDE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AGRADECEMOS PELA COLABORAÇÃO!!!!!!!</a:t>
            </a:r>
          </a:p>
        </p:txBody>
      </p:sp>
    </p:spTree>
    <p:extLst>
      <p:ext uri="{BB962C8B-B14F-4D97-AF65-F5344CB8AC3E}">
        <p14:creationId xmlns:p14="http://schemas.microsoft.com/office/powerpoint/2010/main" val="9458837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  <p:sndAc>
          <p:stSnd>
            <p:snd r:embed="rId2" name="applause.wav"/>
          </p:stSnd>
        </p:sndAc>
      </p:transition>
    </mc:Choice>
    <mc:Fallback xmlns="">
      <p:transition spd="slow">
        <p:fade/>
        <p:sndAc>
          <p:stSnd>
            <p:snd r:embed="rId3" name="applaus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Berlim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{9D7BD66F-873D-460D-8D99-D455A355530F}TF6e1c0bd6-43b7-4cba-aa12-42a644606054fed82f65-afd714271336</Template>
  <TotalTime>205</TotalTime>
  <Words>1541</Words>
  <Application>Microsoft Office PowerPoint</Application>
  <PresentationFormat>Widescreen</PresentationFormat>
  <Paragraphs>87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Berlim</vt:lpstr>
      <vt:lpstr>GUERRA FRIA</vt:lpstr>
      <vt:lpstr>Contexto Histórico</vt:lpstr>
      <vt:lpstr>Principais Características e as Alianças Militares</vt:lpstr>
      <vt:lpstr>Doutrina Truman e Plano Marshall</vt:lpstr>
      <vt:lpstr>O Bloqueio de Berlim e o Muro de Berlim</vt:lpstr>
      <vt:lpstr>Bloqueio de Berlim — fatos essenciais</vt:lpstr>
      <vt:lpstr>Muro de Berlim — fatos essenciais</vt:lpstr>
      <vt:lpstr>Comparação rápida — Bloqueio vs. Muro</vt:lpstr>
      <vt:lpstr>Guerra da Coreia, a Guerra do Vietnã e a Crise dos Mísseis em Cuba</vt:lpstr>
      <vt:lpstr>Guerra da Coreia</vt:lpstr>
      <vt:lpstr>Guerra do Vietnã</vt:lpstr>
      <vt:lpstr>Crise dos Mísseis de Cuba</vt:lpstr>
      <vt:lpstr>Paz Armada e M.A.D.</vt:lpstr>
      <vt:lpstr>O Fim da Guerra</vt:lpstr>
      <vt:lpstr>AGRADECEMOS PELA COLABORAÇÃO!!!!!!!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Micaías Lima</dc:creator>
  <cp:lastModifiedBy>Micaías Lima</cp:lastModifiedBy>
  <cp:revision>3</cp:revision>
  <dcterms:created xsi:type="dcterms:W3CDTF">2026-05-13T21:42:52Z</dcterms:created>
  <dcterms:modified xsi:type="dcterms:W3CDTF">2026-05-17T18:44:18Z</dcterms:modified>
</cp:coreProperties>
</file>